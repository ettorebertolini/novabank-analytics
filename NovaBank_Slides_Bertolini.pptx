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8BF33-9217-4A8D-A020-FA2334FFA7C3}" v="7" dt="2026-05-16T15:08:30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ore Bertolini" userId="1851035200d8ce08" providerId="LiveId" clId="{FDC7C3EF-98DC-4233-BF15-9A1DA6038C48}"/>
    <pc:docChg chg="undo redo custSel addSld delSld modSld">
      <pc:chgData name="Ettore Bertolini" userId="1851035200d8ce08" providerId="LiveId" clId="{FDC7C3EF-98DC-4233-BF15-9A1DA6038C48}" dt="2026-05-16T15:09:34.402" v="598" actId="1035"/>
      <pc:docMkLst>
        <pc:docMk/>
      </pc:docMkLst>
      <pc:sldChg chg="modSp mod">
        <pc:chgData name="Ettore Bertolini" userId="1851035200d8ce08" providerId="LiveId" clId="{FDC7C3EF-98DC-4233-BF15-9A1DA6038C48}" dt="2026-05-16T15:04:07.947" v="203" actId="1035"/>
        <pc:sldMkLst>
          <pc:docMk/>
          <pc:sldMk cId="0" sldId="256"/>
        </pc:sldMkLst>
        <pc:spChg chg="mod">
          <ac:chgData name="Ettore Bertolini" userId="1851035200d8ce08" providerId="LiveId" clId="{FDC7C3EF-98DC-4233-BF15-9A1DA6038C48}" dt="2026-05-16T15:04:03.016" v="176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4:07.947" v="203" actId="1035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Ettore Bertolini" userId="1851035200d8ce08" providerId="LiveId" clId="{FDC7C3EF-98DC-4233-BF15-9A1DA6038C48}" dt="2026-05-16T15:05:44.771" v="209" actId="692"/>
        <pc:sldMkLst>
          <pc:docMk/>
          <pc:sldMk cId="0" sldId="259"/>
        </pc:sldMkLst>
        <pc:spChg chg="mod">
          <ac:chgData name="Ettore Bertolini" userId="1851035200d8ce08" providerId="LiveId" clId="{FDC7C3EF-98DC-4233-BF15-9A1DA6038C48}" dt="2026-05-16T14:52:18.537" v="64"/>
          <ac:spMkLst>
            <pc:docMk/>
            <pc:sldMk cId="0" sldId="259"/>
            <ac:spMk id="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39" v="65"/>
          <ac:spMkLst>
            <pc:docMk/>
            <pc:sldMk cId="0" sldId="259"/>
            <ac:spMk id="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39" v="66"/>
          <ac:spMkLst>
            <pc:docMk/>
            <pc:sldMk cId="0" sldId="259"/>
            <ac:spMk id="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41" v="67"/>
          <ac:spMkLst>
            <pc:docMk/>
            <pc:sldMk cId="0" sldId="259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41" v="68"/>
          <ac:spMkLst>
            <pc:docMk/>
            <pc:sldMk cId="0" sldId="259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43" v="69"/>
          <ac:spMkLst>
            <pc:docMk/>
            <pc:sldMk cId="0" sldId="259"/>
            <ac:spMk id="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43" v="70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Ettore Bertolini" userId="1851035200d8ce08" providerId="LiveId" clId="{FDC7C3EF-98DC-4233-BF15-9A1DA6038C48}" dt="2026-05-16T14:59:04.045" v="96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Ettore Bertolini" userId="1851035200d8ce08" providerId="LiveId" clId="{FDC7C3EF-98DC-4233-BF15-9A1DA6038C48}" dt="2026-05-16T14:59:04.045" v="98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Ettore Bertolini" userId="1851035200d8ce08" providerId="LiveId" clId="{FDC7C3EF-98DC-4233-BF15-9A1DA6038C48}" dt="2026-05-16T14:59:04.045" v="99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Ettore Bertolini" userId="1851035200d8ce08" providerId="LiveId" clId="{FDC7C3EF-98DC-4233-BF15-9A1DA6038C48}" dt="2026-05-16T14:59:04.045" v="100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Ettore Bertolini" userId="1851035200d8ce08" providerId="LiveId" clId="{FDC7C3EF-98DC-4233-BF15-9A1DA6038C48}" dt="2026-05-16T15:05:44.771" v="209" actId="692"/>
          <ac:spMkLst>
            <pc:docMk/>
            <pc:sldMk cId="0" sldId="259"/>
            <ac:spMk id="15" creationId="{4EAC1C7F-587E-4D71-B352-2DA86B4B112D}"/>
          </ac:spMkLst>
        </pc:spChg>
        <pc:graphicFrameChg chg="del mod">
          <ac:chgData name="Ettore Bertolini" userId="1851035200d8ce08" providerId="LiveId" clId="{FDC7C3EF-98DC-4233-BF15-9A1DA6038C48}" dt="2026-05-16T14:59:04.045" v="97"/>
          <ac:graphicFrameMkLst>
            <pc:docMk/>
            <pc:sldMk cId="0" sldId="259"/>
            <ac:graphicFrameMk id="10" creationId="{00000000-0000-0000-0000-000000000000}"/>
          </ac:graphicFrameMkLst>
        </pc:graphicFrameChg>
        <pc:picChg chg="add mod">
          <ac:chgData name="Ettore Bertolini" userId="1851035200d8ce08" providerId="LiveId" clId="{FDC7C3EF-98DC-4233-BF15-9A1DA6038C48}" dt="2026-05-16T15:04:30.711" v="206" actId="1076"/>
          <ac:picMkLst>
            <pc:docMk/>
            <pc:sldMk cId="0" sldId="259"/>
            <ac:picMk id="14" creationId="{56C7D1BF-347C-A7C0-EF8D-9F11E3A21D4F}"/>
          </ac:picMkLst>
        </pc:picChg>
      </pc:sldChg>
      <pc:sldChg chg="modSp mod">
        <pc:chgData name="Ettore Bertolini" userId="1851035200d8ce08" providerId="LiveId" clId="{FDC7C3EF-98DC-4233-BF15-9A1DA6038C48}" dt="2026-05-16T15:07:58.078" v="444" actId="1038"/>
        <pc:sldMkLst>
          <pc:docMk/>
          <pc:sldMk cId="0" sldId="260"/>
        </pc:sldMkLst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31.767" v="345" actId="1037"/>
          <ac:spMkLst>
            <pc:docMk/>
            <pc:sldMk cId="0" sldId="260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9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11.099" v="326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2:18.576" v="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37.785" v="382" actId="103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15.243" v="327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47.262" v="420" actId="103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25.892" v="330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58.078" v="444" actId="103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7:37.785" v="382" actId="1037"/>
          <ac:spMkLst>
            <pc:docMk/>
            <pc:sldMk cId="0" sldId="260"/>
            <ac:spMk id="21" creationId="{00000000-0000-0000-0000-000000000000}"/>
          </ac:spMkLst>
        </pc:spChg>
      </pc:sldChg>
      <pc:sldChg chg="addSp delSp modSp mod">
        <pc:chgData name="Ettore Bertolini" userId="1851035200d8ce08" providerId="LiveId" clId="{FDC7C3EF-98DC-4233-BF15-9A1DA6038C48}" dt="2026-05-16T15:08:52.503" v="534" actId="14100"/>
        <pc:sldMkLst>
          <pc:docMk/>
          <pc:sldMk cId="0" sldId="261"/>
        </pc:sldMkLst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26.010" v="527" actId="1035"/>
          <ac:spMkLst>
            <pc:docMk/>
            <pc:sldMk cId="0" sldId="261"/>
            <ac:spMk id="9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498" v="109"/>
          <ac:spMkLst>
            <pc:docMk/>
            <pc:sldMk cId="0" sldId="261"/>
            <ac:spMk id="10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500" v="110"/>
          <ac:spMkLst>
            <pc:docMk/>
            <pc:sldMk cId="0" sldId="261"/>
            <ac:spMk id="11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501" v="111"/>
          <ac:spMkLst>
            <pc:docMk/>
            <pc:sldMk cId="0" sldId="261"/>
            <ac:spMk id="12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503" v="112"/>
          <ac:spMkLst>
            <pc:docMk/>
            <pc:sldMk cId="0" sldId="261"/>
            <ac:spMk id="13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505" v="113"/>
          <ac:spMkLst>
            <pc:docMk/>
            <pc:sldMk cId="0" sldId="261"/>
            <ac:spMk id="14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0:01.507" v="11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10.017" v="496" actId="10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8:10.017" v="496" actId="1036"/>
          <ac:spMkLst>
            <pc:docMk/>
            <pc:sldMk cId="0" sldId="261"/>
            <ac:spMk id="17" creationId="{00000000-0000-0000-0000-000000000000}"/>
          </ac:spMkLst>
        </pc:spChg>
        <pc:spChg chg="add del">
          <ac:chgData name="Ettore Bertolini" userId="1851035200d8ce08" providerId="LiveId" clId="{FDC7C3EF-98DC-4233-BF15-9A1DA6038C48}" dt="2026-05-16T15:01:12.495" v="122"/>
          <ac:spMkLst>
            <pc:docMk/>
            <pc:sldMk cId="0" sldId="261"/>
            <ac:spMk id="19" creationId="{3DA398D1-24FB-4738-9F74-FD94D71B03B4}"/>
          </ac:spMkLst>
        </pc:spChg>
        <pc:picChg chg="add mod">
          <ac:chgData name="Ettore Bertolini" userId="1851035200d8ce08" providerId="LiveId" clId="{FDC7C3EF-98DC-4233-BF15-9A1DA6038C48}" dt="2026-05-16T15:08:52.503" v="534" actId="14100"/>
          <ac:picMkLst>
            <pc:docMk/>
            <pc:sldMk cId="0" sldId="261"/>
            <ac:picMk id="18" creationId="{85AC3A76-D555-DF70-D9B2-982266D4D09C}"/>
          </ac:picMkLst>
        </pc:picChg>
        <pc:picChg chg="add mod">
          <ac:chgData name="Ettore Bertolini" userId="1851035200d8ce08" providerId="LiveId" clId="{FDC7C3EF-98DC-4233-BF15-9A1DA6038C48}" dt="2026-05-16T15:08:30.345" v="529" actId="571"/>
          <ac:picMkLst>
            <pc:docMk/>
            <pc:sldMk cId="0" sldId="261"/>
            <ac:picMk id="20" creationId="{D95162FE-FDB5-6A23-9A0A-80CD21C48EEA}"/>
          </ac:picMkLst>
        </pc:picChg>
      </pc:sldChg>
      <pc:sldChg chg="addSp delSp modSp mod">
        <pc:chgData name="Ettore Bertolini" userId="1851035200d8ce08" providerId="LiveId" clId="{FDC7C3EF-98DC-4233-BF15-9A1DA6038C48}" dt="2026-05-16T15:09:15.567" v="564" actId="1076"/>
        <pc:sldMkLst>
          <pc:docMk/>
          <pc:sldMk cId="0" sldId="262"/>
        </pc:sldMkLst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1:48.973" v="128"/>
          <ac:spMkLst>
            <pc:docMk/>
            <pc:sldMk cId="0" sldId="262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7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1:48.975" v="131"/>
          <ac:spMkLst>
            <pc:docMk/>
            <pc:sldMk cId="0" sldId="262"/>
            <ac:spMk id="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1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1:48.978" v="1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1:48.978" v="13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5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1:48.979" v="141"/>
          <ac:spMkLst>
            <pc:docMk/>
            <pc:sldMk cId="0" sldId="262"/>
            <ac:spMk id="1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1:48.979" v="14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01.612" v="560" actId="1035"/>
          <ac:spMkLst>
            <pc:docMk/>
            <pc:sldMk cId="0" sldId="262"/>
            <ac:spMk id="19" creationId="{00000000-0000-0000-0000-000000000000}"/>
          </ac:spMkLst>
        </pc:spChg>
        <pc:spChg chg="del">
          <ac:chgData name="Ettore Bertolini" userId="1851035200d8ce08" providerId="LiveId" clId="{FDC7C3EF-98DC-4233-BF15-9A1DA6038C48}" dt="2026-05-16T15:01:48.981" v="146"/>
          <ac:spMkLst>
            <pc:docMk/>
            <pc:sldMk cId="0" sldId="262"/>
            <ac:spMk id="20" creationId="{00000000-0000-0000-0000-000000000000}"/>
          </ac:spMkLst>
        </pc:spChg>
        <pc:picChg chg="add del mod">
          <ac:chgData name="Ettore Bertolini" userId="1851035200d8ce08" providerId="LiveId" clId="{FDC7C3EF-98DC-4233-BF15-9A1DA6038C48}" dt="2026-05-16T15:02:39.509" v="148"/>
          <ac:picMkLst>
            <pc:docMk/>
            <pc:sldMk cId="0" sldId="262"/>
            <ac:picMk id="22" creationId="{1B8A03A0-9DC9-E351-3FBA-0BAB8050F3AE}"/>
          </ac:picMkLst>
        </pc:picChg>
        <pc:picChg chg="add mod">
          <ac:chgData name="Ettore Bertolini" userId="1851035200d8ce08" providerId="LiveId" clId="{FDC7C3EF-98DC-4233-BF15-9A1DA6038C48}" dt="2026-05-16T15:09:15.567" v="564" actId="1076"/>
          <ac:picMkLst>
            <pc:docMk/>
            <pc:sldMk cId="0" sldId="262"/>
            <ac:picMk id="23" creationId="{BA74C3A3-FE07-E511-55D6-1ED56F52E481}"/>
          </ac:picMkLst>
        </pc:picChg>
      </pc:sldChg>
      <pc:sldChg chg="modSp mod">
        <pc:chgData name="Ettore Bertolini" userId="1851035200d8ce08" providerId="LiveId" clId="{FDC7C3EF-98DC-4233-BF15-9A1DA6038C48}" dt="2026-05-16T15:09:34.402" v="598" actId="1035"/>
        <pc:sldMkLst>
          <pc:docMk/>
          <pc:sldMk cId="0" sldId="263"/>
        </pc:sldMkLst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5:09:34.402" v="598" actId="1035"/>
          <ac:spMkLst>
            <pc:docMk/>
            <pc:sldMk cId="0" sldId="263"/>
            <ac:spMk id="18" creationId="{00000000-0000-0000-0000-000000000000}"/>
          </ac:spMkLst>
        </pc:spChg>
      </pc:sldChg>
      <pc:sldChg chg="modSp del mod">
        <pc:chgData name="Ettore Bertolini" userId="1851035200d8ce08" providerId="LiveId" clId="{FDC7C3EF-98DC-4233-BF15-9A1DA6038C48}" dt="2026-05-16T14:51:06.748" v="63"/>
        <pc:sldMkLst>
          <pc:docMk/>
          <pc:sldMk cId="0" sldId="265"/>
        </pc:sldMkLst>
        <pc:spChg chg="mod">
          <ac:chgData name="Ettore Bertolini" userId="1851035200d8ce08" providerId="LiveId" clId="{FDC7C3EF-98DC-4233-BF15-9A1DA6038C48}" dt="2026-05-16T14:50:27.164" v="3"/>
          <ac:spMkLst>
            <pc:docMk/>
            <pc:sldMk cId="0" sldId="265"/>
            <ac:spMk id="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5" v="7"/>
          <ac:spMkLst>
            <pc:docMk/>
            <pc:sldMk cId="0" sldId="265"/>
            <ac:spMk id="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9"/>
          <ac:spMkLst>
            <pc:docMk/>
            <pc:sldMk cId="0" sldId="265"/>
            <ac:spMk id="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14"/>
          <ac:spMkLst>
            <pc:docMk/>
            <pc:sldMk cId="0" sldId="265"/>
            <ac:spMk id="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17"/>
          <ac:spMkLst>
            <pc:docMk/>
            <pc:sldMk cId="0" sldId="265"/>
            <ac:spMk id="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19"/>
          <ac:spMkLst>
            <pc:docMk/>
            <pc:sldMk cId="0" sldId="265"/>
            <ac:spMk id="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21"/>
          <ac:spMkLst>
            <pc:docMk/>
            <pc:sldMk cId="0" sldId="265"/>
            <ac:spMk id="9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2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2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29"/>
          <ac:spMkLst>
            <pc:docMk/>
            <pc:sldMk cId="0" sldId="265"/>
            <ac:spMk id="1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3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3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3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39"/>
          <ac:spMkLst>
            <pc:docMk/>
            <pc:sldMk cId="0" sldId="265"/>
            <ac:spMk id="16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4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44"/>
          <ac:spMkLst>
            <pc:docMk/>
            <pc:sldMk cId="0" sldId="265"/>
            <ac:spMk id="18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4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49"/>
          <ac:spMkLst>
            <pc:docMk/>
            <pc:sldMk cId="0" sldId="265"/>
            <ac:spMk id="20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77" v="51"/>
          <ac:spMkLst>
            <pc:docMk/>
            <pc:sldMk cId="0" sldId="265"/>
            <ac:spMk id="21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91" v="54"/>
          <ac:spMkLst>
            <pc:docMk/>
            <pc:sldMk cId="0" sldId="265"/>
            <ac:spMk id="22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93" v="5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93" v="59"/>
          <ac:spMkLst>
            <pc:docMk/>
            <pc:sldMk cId="0" sldId="265"/>
            <ac:spMk id="24" creationId="{00000000-0000-0000-0000-000000000000}"/>
          </ac:spMkLst>
        </pc:spChg>
        <pc:spChg chg="mod">
          <ac:chgData name="Ettore Bertolini" userId="1851035200d8ce08" providerId="LiveId" clId="{FDC7C3EF-98DC-4233-BF15-9A1DA6038C48}" dt="2026-05-16T14:50:27.193" v="61"/>
          <ac:spMkLst>
            <pc:docMk/>
            <pc:sldMk cId="0" sldId="265"/>
            <ac:spMk id="25" creationId="{00000000-0000-0000-0000-000000000000}"/>
          </ac:spMkLst>
        </pc:spChg>
      </pc:sldChg>
      <pc:sldChg chg="add">
        <pc:chgData name="Ettore Bertolini" userId="1851035200d8ce08" providerId="LiveId" clId="{FDC7C3EF-98DC-4233-BF15-9A1DA6038C48}" dt="2026-05-16T14:51:06.721" v="62"/>
        <pc:sldMkLst>
          <pc:docMk/>
          <pc:sldMk cId="3179434017" sldId="266"/>
        </pc:sldMkLst>
      </pc:sldChg>
      <pc:sldChg chg="new del">
        <pc:chgData name="Ettore Bertolini" userId="1851035200d8ce08" providerId="LiveId" clId="{FDC7C3EF-98DC-4233-BF15-9A1DA6038C48}" dt="2026-05-16T14:56:21.861" v="95" actId="680"/>
        <pc:sldMkLst>
          <pc:docMk/>
          <pc:sldMk cId="119276999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9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NovaBank Q3 Campaign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6429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Targeting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5666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Indiscriminate to Model-Guided Outreach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15, 2026  |  Ettore Bertolini, Analytics Methods &amp; Frameworks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Inefficient Outreach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ALL 41,000 clients regardless of interest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11% conversion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€730,960 in wasted calls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campaign loss: €7,000 per 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only top 20% by model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Predicted 66% capture of all subscribers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wasted calls to 1,038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ROI: 4.4× (€70K+ net profit)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Impact: Blanket vs. Model-Guided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Blanket Outreach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Model-Guided (Top 20%)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Contacted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 Captured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Wasted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€730,960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€20,760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+€70,740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4.4×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to full campaign: €350K–€370K projected net profit per cycle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Validation: Gradient Boosting vs. Baseline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0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Gradient Boosting Classifier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5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33,000 historical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1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5-fold cross-validation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7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size: 8,225 clients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C7D1BF-347C-A7C0-EF8D-9F11E3A21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828" y="1330048"/>
            <a:ext cx="4929944" cy="20541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EAC1C7F-587E-4D71-B352-2DA86B4B112D}"/>
              </a:ext>
            </a:extLst>
          </p:cNvPr>
          <p:cNvSpPr/>
          <p:nvPr/>
        </p:nvSpPr>
        <p:spPr>
          <a:xfrm>
            <a:off x="4241800" y="3688471"/>
            <a:ext cx="4064000" cy="965200"/>
          </a:xfrm>
          <a:prstGeom prst="rect">
            <a:avLst/>
          </a:prstGeom>
          <a:solidFill>
            <a:srgbClr val="CADCFC"/>
          </a:solidFill>
          <a:ln w="12700" cap="flat" cmpd="sng" algn="ctr">
            <a:solidFill>
              <a:srgbClr val="1E276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200" dirty="0">
                <a:solidFill>
                  <a:srgbClr val="1E2761"/>
                </a:solidFill>
              </a:rPr>
              <a:t>GB outperforms baseline (AUC 0.813 vs 0.801)
PR-curve gap widens in high-precision zone — key for top-20% targeting</a:t>
            </a:r>
            <a:endParaRPr lang="it-IT" sz="12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Drivers: What Predicts Subscription?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03534" y="1005840"/>
            <a:ext cx="4373574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61734" y="100584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Level (nr.employed)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2761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03534" y="1417320"/>
            <a:ext cx="1249592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61734" y="141732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 3-Month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6873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03534" y="1828800"/>
            <a:ext cx="156199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161734" y="182880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Engagement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4033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03534" y="2251710"/>
            <a:ext cx="624796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161734" y="224028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(life-stage proxy)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0407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3534" y="2651760"/>
            <a:ext cx="833062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161734" y="265176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Success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94233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03534" y="3074670"/>
            <a:ext cx="1770256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161734" y="3063240"/>
            <a:ext cx="165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5473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Transparent, auditable drivers: macroeconomic factors + engagement history. No prohibited characteristics.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Fixed Probability Cutoff (≥0.20)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014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 Probability, Not Percentile?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67220"/>
            <a:ext cx="4023360" cy="22225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6586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Rule (Bad)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244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selects top 20% (8,200 clients) regardless of macro conditions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901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Employment crisis: identifies 7,737 low-quality clients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559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 collapses to €130 in stress scenario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72190"/>
            <a:ext cx="8229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0080" y="436363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Use fixed cutoff ≥0.20 in production. Non-negotiable for compliance &amp; macro resilience.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AC3A76-D555-DF70-D9B2-982266D4D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951" y="1501730"/>
            <a:ext cx="4306216" cy="23549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Testing: Macro Sensitivity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4835" y="111826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Resilience Under Economic Shocks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4835" y="1621185"/>
            <a:ext cx="42672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94535" y="1694337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39135" y="1694337"/>
            <a:ext cx="273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stable, Euribor stable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835" y="2215545"/>
            <a:ext cx="42672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94535" y="2288697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Shock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39135" y="2288697"/>
            <a:ext cx="273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 +1%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835" y="2809905"/>
            <a:ext cx="42672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94535" y="2883057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Crisis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39135" y="2883057"/>
            <a:ext cx="273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 +1%, Employment −5%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835" y="3404265"/>
            <a:ext cx="42672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94535" y="3477417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Collapse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39135" y="3477417"/>
            <a:ext cx="273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−5%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Monthly re-scoring as macro data arrives. Threshold remains ≥0.20; profit-to-risk ratio improves with frequency.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74C3A3-FE07-E511-55D6-1ED56F52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967" y="1813741"/>
            <a:ext cx="4336202" cy="1891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Plan: 4-Week Test Before Full Rollout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03827"/>
            <a:ext cx="82296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44954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44954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clients: 1,000 model-selected (top 20%) + 1,000 random control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98187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204390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04390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weeks, aligned with Q3 campaign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92547"/>
            <a:ext cx="82296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263826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63826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group conversion rate ≥ 2× control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6907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323262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KPI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23262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≥ €15,000 above control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1267"/>
            <a:ext cx="822960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4360" y="3826987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82698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Go/no-go for full Q3 rollout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731520" cy="228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1247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12471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Sensitivity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top predictor is employment level (42% weight). Economic shock reduces profit.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Re-score clients monthly. Fixed cutoff ≥0.20 (not percentile) adapts naturally.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731520" cy="228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26771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Decay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calibrated on 2021 data. As behavior &amp; economy shift, threshold may drift.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788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Revalidate threshold quarterly against holdout set.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731520" cy="228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341071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Assumption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assumes €150 margin per deposit. If actual &lt; €50, ROI erodes.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CFO confirms margin before Q3 go-live. Build sensitivity dashboard (€50/€100/€150 scenarios).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2296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Leadership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05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4605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85900"/>
            <a:ext cx="749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Approve model approach &amp; fixed cutoff (≥0.20)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39900"/>
            <a:ext cx="749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447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20447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70100"/>
            <a:ext cx="749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CFO confirms €150 margin assumption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24100"/>
            <a:ext cx="749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289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2628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654300"/>
            <a:ext cx="749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execute 4-week pilot (2,000 clients)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908300"/>
            <a:ext cx="749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131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3213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38500"/>
            <a:ext cx="749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 pilot KPIs; make go/no-go decision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92500"/>
            <a:ext cx="749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73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37973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822700"/>
            <a:ext cx="749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approved, roll out to full Q3 campaign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76700"/>
            <a:ext cx="749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08500"/>
            <a:ext cx="8229600" cy="5080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0080" y="4584700"/>
            <a:ext cx="786384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€350K–€370K net profit per campaign cycle | 4.4× ROI on analytics investment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7943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7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6D0960-C1D0-444F-A899-A02B2DFA56E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0b0743c-6418-44c2-ace7-9a2433fe01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679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Ettore Bertolini</cp:lastModifiedBy>
  <cp:revision>1</cp:revision>
  <dcterms:created xsi:type="dcterms:W3CDTF">2026-05-16T14:38:45Z</dcterms:created>
  <dcterms:modified xsi:type="dcterms:W3CDTF">2026-05-16T15:09:41Z</dcterms:modified>
</cp:coreProperties>
</file>